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11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CtxVault is a shared memory layer between AI coding tools. One save in Claude Code, one resume in Codex — the full working context travels. Local-first, no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daily: plan in one tool, hit a limit, switch — and the new tool knows nothing. Every tool hoards its own memory in its own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summarizes the session into a HandoffNote and extracts durable facts. Resume packs a priority stack into a token budget. Search matches on meaning, not keywords.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OKF is the differentiator: agent memory stored in an open, human-readable format. Files live in ~/.ctxvault/knowledge/&lt;project&gt;/.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v2 pivot: we deleted our own summarizer. The calling agent already understands the session, so it fills in the tool schema itself — which removes the API key, the extra bill, and the second model that only ever saw a transcript. Everything else follows from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</a:t>
            </a:r>
            <a:pPr indent="0" marL="0">
              <a:buNone/>
            </a:pPr>
            <a:r>
              <a:rPr lang="en-US" sz="5800" b="1" dirty="0">
                <a:solidFill>
                  <a:srgbClr val="25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685800" y="23957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button for your AI tools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task in one AI tool. Hit your usage limit. Open a different tool — and it already knows your goal, your decisions, what's half-done, and what to do next.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copy-paste.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re-briefing.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ctxvault.madebyshubham.in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5029200" cy="3703320"/>
          </a:xfrm>
          <a:prstGeom prst="roundRect">
            <a:avLst>
              <a:gd name="adj" fmla="val 1481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8272" y="1691640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1691640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0608" y="1691640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 — brand new session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resume project calendar-app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goal: live world-clock widget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decided: Intl.DateTimeFormat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gotcha: not yet browser-tested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next: trim city list to four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continuing where you left off…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tool forgets.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switch tools, your working context is gone.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13232" y="28529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working context survives the switch to another AI tool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739896"/>
            <a:ext cx="237744" cy="237744"/>
          </a:xfrm>
          <a:prstGeom prst="ellipse">
            <a:avLst/>
          </a:prstGeom>
          <a:solidFill>
            <a:srgbClr val="E0B65C"/>
          </a:solidFill>
          <a:ln w="12700">
            <a:solidFill>
              <a:srgbClr val="E0B6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3703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walls of transcript, and hope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4398264"/>
            <a:ext cx="237744" cy="237744"/>
          </a:xfrm>
          <a:prstGeom prst="ellipse">
            <a:avLst/>
          </a:prstGeom>
          <a:solidFill>
            <a:srgbClr val="E0B65C"/>
          </a:solidFill>
          <a:ln w="12700">
            <a:solidFill>
              <a:srgbClr val="E0B6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361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 decisions you already made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5056632"/>
            <a:ext cx="237744" cy="237744"/>
          </a:xfrm>
          <a:prstGeom prst="ellipse">
            <a:avLst/>
          </a:prstGeom>
          <a:solidFill>
            <a:srgbClr val="E0B65C"/>
          </a:solidFill>
          <a:ln w="12700">
            <a:solidFill>
              <a:srgbClr val="E0B6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5020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trapped in each tool's own silo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A · Claude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the feature. Made the decisions.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1A1710"/>
          </a:solidFill>
          <a:ln w="12700">
            <a:solidFill>
              <a:srgbClr val="4A3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usage limit reached  ·  switching tools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06908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151822"/>
          </a:solidFill>
          <a:ln w="12700">
            <a:solidFill>
              <a:srgbClr val="5A2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B · Codex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have any context for that."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save. One resume.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033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MCP-capable tool — Claude Code, Codex, Cursor, VS Code — shares one vault.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writes the handoff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A1710"/>
          </a:solidFill>
          <a:ln w="12700">
            <a:solidFill>
              <a:srgbClr val="4A3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2084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~/.ctxvault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450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on your disk, no 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60020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20848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2450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context, within budget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50208" y="2084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44968" y="2084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gets stored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recent verbatim messages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590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57400" y="4590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HandoffNote per session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248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5248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as OKF markdown files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291840"/>
            <a:ext cx="5120640" cy="2606040"/>
          </a:xfrm>
          <a:prstGeom prst="roundRect">
            <a:avLst>
              <a:gd name="adj" fmla="val 2105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56832" y="3547872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3547872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59168" y="3547872"/>
            <a:ext cx="118872" cy="118872"/>
          </a:xfrm>
          <a:prstGeom prst="ellipse">
            <a:avLst/>
          </a:prstGeom>
          <a:solidFill>
            <a:srgbClr val="4A4F5E"/>
          </a:solidFill>
          <a:ln w="12700">
            <a:solidFill>
              <a:srgbClr val="4A4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australia-clock-intl.md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93408" y="39319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decision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Use Intl.DateTimeFormat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[timezone, intl-api]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Chose native Intl over date-fns 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C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deps, works cross-browser.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you can actually read.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033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durable fact is a plain markdown file in Open Knowledge Format (OKF) — not a row in a vector database.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025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9032" y="1965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without CtxVault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23500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human — or any other agent — can just cat the file. Your project's knowledge outlives the tool that wrote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8424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025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2592" y="1965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Git-friendly by default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23500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diff cleanly, get code-reviewed, and travel with the repo like any other source file.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684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9032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Hand-editable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99032" y="43159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fact? Open it and fix it. Try doing that inside a vector store.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5020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684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2592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and tagged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22592" y="43159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· convention · gotcha — so the knowledge folder reads like a project wiki that wrote itself.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870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pPr indent="0" marL="0">
              <a:buNone/>
            </a:pPr>
            <a:r>
              <a:rPr lang="en-US" sz="14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</a:t>
            </a:r>
            <a:pPr indent="0" marL="0">
              <a:buNone/>
            </a:pPr>
            <a:r>
              <a:rPr lang="en-US" sz="14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MCP tool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5870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ctxvault.madebyshubham.in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keys. No cloud. No lock-in.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033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CtxVault ships no model and calls no LLM. Your agent writes the handoff; the vault makes it portable.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025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9032" y="1965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model to fund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23500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lived through the session writes the handoff, using tokens you have already paid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8424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025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2592" y="1965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configure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23500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model, no key, no env block. Keyword search is built into SQLite and always 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5020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684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9032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MCP too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99032" y="43159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paste-able packet for claude.ai or ChatGPT, or write a bounded block into CLAUDE.md.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51822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50208"/>
            <a:ext cx="310896" cy="310896"/>
          </a:xfrm>
          <a:prstGeom prst="ellipse">
            <a:avLst/>
          </a:prstGeom>
          <a:solidFill>
            <a:srgbClr val="2563FF"/>
          </a:solidFill>
          <a:ln w="12700">
            <a:solidFill>
              <a:srgbClr val="25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684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2592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on your own git remote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22592" y="43159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is a folder of markdown. Push it to a private repo you own — no service in between.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870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</a:t>
            </a:r>
            <a:pPr indent="0" marL="0">
              <a:buNone/>
            </a:pPr>
            <a:r>
              <a:rPr lang="en-US" sz="14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remote</a:t>
            </a:r>
            <a:pPr indent="0" marL="0">
              <a:buNone/>
            </a:pPr>
            <a:r>
              <a:rPr lang="en-US" sz="14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EC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tool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5870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5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ctxvault.madebyshubham.in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CtxVault — the handoff button for AI tools</dc:title>
  <dc:subject>PptxGenJS Presentation</dc:subject>
  <dc:creator>CtxVault</dc:creator>
  <cp:lastModifiedBy>CtxVault</cp:lastModifiedBy>
  <cp:revision>1</cp:revision>
  <dcterms:created xsi:type="dcterms:W3CDTF">2026-07-19T16:28:58Z</dcterms:created>
  <dcterms:modified xsi:type="dcterms:W3CDTF">2026-07-19T16:28:58Z</dcterms:modified>
</cp:coreProperties>
</file>